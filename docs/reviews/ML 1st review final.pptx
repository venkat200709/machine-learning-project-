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19" r:id="rId2"/>
    <p:sldId id="506" r:id="rId3"/>
    <p:sldId id="507" r:id="rId4"/>
    <p:sldId id="508" r:id="rId5"/>
    <p:sldId id="509" r:id="rId6"/>
    <p:sldId id="510" r:id="rId7"/>
    <p:sldId id="511" r:id="rId8"/>
    <p:sldId id="512" r:id="rId9"/>
    <p:sldId id="51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01641"/>
            <a:ext cx="10515600" cy="2387600"/>
          </a:xfrm>
          <a:noFill/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CS5403 – Machine Learning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PBL Project Review–II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068760"/>
            <a:ext cx="4562669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N.Venkatesan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- 2104251040604</a:t>
            </a: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Neethivendhan.T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- 2104251040629</a:t>
            </a: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-A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014014" y="103673"/>
            <a:ext cx="8163969" cy="12399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4435142" y="2891449"/>
            <a:ext cx="33400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E" b="1" dirty="0" err="1"/>
              <a:t>RiskRadar</a:t>
            </a:r>
            <a:r>
              <a:rPr lang="en-AE" b="1" dirty="0"/>
              <a:t>: Machine Learning Based Women Safety Zone Detection System</a:t>
            </a:r>
            <a:endParaRPr lang="en-AE" dirty="0"/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2078" y="406875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Dr.Vignesh.T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</a:t>
            </a:fld>
            <a:endParaRPr lang="en-IN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Progress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>
            <a:normAutofit/>
          </a:bodyPr>
          <a:lstStyle/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 (%) – 25% </a:t>
            </a:r>
          </a:p>
          <a:p>
            <a:pPr marL="571500" indent="-571500">
              <a:buAutoNum type="romanU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Milestones - </a:t>
            </a:r>
            <a:r>
              <a:rPr lang="en-AE" sz="2400" dirty="0"/>
              <a:t>Problem Statement Finalized Dataset Generated (100,000 Records) Dataset Collection &amp; Preparation Data Understanding Data Preprocessing Exploratory Data Analysis (EDA) Feature Engineering Train-Test Split Completed</a:t>
            </a:r>
          </a:p>
          <a:p>
            <a:pPr marL="571500" indent="-571500">
              <a:buAutoNum type="romanU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Work - </a:t>
            </a:r>
            <a:r>
              <a:rPr lang="en-AE" sz="2400" dirty="0"/>
              <a:t>Train Machine Learning Models Compare Model Performance Model Optimization Save Best Model Prediction Testing Documentation &amp; Final Presentation</a:t>
            </a:r>
          </a:p>
          <a:p>
            <a:pPr marL="571500" indent="-571500">
              <a:buAutoNum type="romanU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– Completed dataset preparation, data analysis, model training in progress, model evaluation and final testing pending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9943801-C6B0-1FC9-6F0F-9A874371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6032-DF0E-254C-0CD8-AB6E6669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32C5-CAD1-4295-45FE-7DE915BA4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982636"/>
          </a:xfrm>
          <a:noFill/>
        </p:spPr>
        <p:txBody>
          <a:bodyPr>
            <a:normAutofit/>
          </a:bodyPr>
          <a:lstStyle/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Screenshot - </a:t>
            </a:r>
          </a:p>
          <a:p>
            <a:pPr marL="571500" indent="-571500">
              <a:buAutoNum type="romanU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- </a:t>
            </a:r>
            <a:r>
              <a:rPr lang="en-AE" sz="2400" dirty="0"/>
              <a:t>The dataset was created to predict women's safety levels in different locations based on historical crime records, street lighting conditions, environmental factors, and population movement.</a:t>
            </a:r>
          </a:p>
          <a:p>
            <a:pPr marL="571500" indent="-571500">
              <a:buAutoNum type="romanU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samples - </a:t>
            </a:r>
            <a:r>
              <a:rPr lang="en-AE" sz="2400" dirty="0"/>
              <a:t>100,000 Records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3</a:t>
            </a:fld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AB39C0-B980-A41B-A280-8B336A9A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7AD570-272D-9B58-D270-8D9E2E8715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D4EF89-75BE-6F9E-7826-E950F3C73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632" y="1339825"/>
            <a:ext cx="5165557" cy="270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0AA7-ACBA-6CC8-C67C-FB16D1F5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BDB7E-8D91-BFCC-BD1C-BDC644B31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>
            <a:normAutofit/>
          </a:bodyPr>
          <a:lstStyle/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- </a:t>
            </a:r>
            <a:r>
              <a:rPr lang="en-AE" sz="2400" dirty="0"/>
              <a:t>Dataset Collection -&gt; Data Preprocessing -&gt; Exploratory Data Analysis -&gt; Feature Engineering -&gt; Train-Test Split -&gt; Machine Learning Model -&gt; Prediction -&gt; Performance Evaluation</a:t>
            </a:r>
          </a:p>
          <a:p>
            <a:pPr marL="571500" indent="-571500">
              <a:buAutoNum type="romanU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Flow – Currently implemented Decision Tree Classifier. Planned Random Forest, Logistic Regression, KNN</a:t>
            </a:r>
          </a:p>
          <a:p>
            <a:pPr marL="571500" indent="-571500">
              <a:buAutoNum type="romanU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 – Programming languages – Python, IDE – Jupyter Notebook, Libraries – Pandas, NumPy, Matplotlib, Seaborn, Scikit-Learn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4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EB03C-AEC7-289A-7AE4-AFF9D11C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C4589D-EACD-580D-42F9-CFEB56DA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Module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B35F0-73F4-6883-9D0F-D2984C08E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>
            <a:normAutofit fontScale="92500" lnSpcReduction="20000"/>
          </a:bodyPr>
          <a:lstStyle/>
          <a:p>
            <a:r>
              <a:rPr lang="en-AE" sz="2400" dirty="0"/>
              <a:t>Modules:</a:t>
            </a:r>
          </a:p>
          <a:p>
            <a:r>
              <a:rPr lang="en-AE" sz="2400" dirty="0"/>
              <a:t>Module 1: Dataset Collection</a:t>
            </a:r>
          </a:p>
          <a:p>
            <a:r>
              <a:rPr lang="en-AE" sz="2400" dirty="0"/>
              <a:t>Module 2: Data Cleaning &amp; Preprocessing</a:t>
            </a:r>
          </a:p>
          <a:p>
            <a:r>
              <a:rPr lang="en-AE" sz="2400" dirty="0"/>
              <a:t>Module 3: Exploratory Data Analysis</a:t>
            </a:r>
          </a:p>
          <a:p>
            <a:r>
              <a:rPr lang="en-AE" sz="2400" dirty="0"/>
              <a:t>Module 4: Feature Engineering</a:t>
            </a:r>
          </a:p>
          <a:p>
            <a:r>
              <a:rPr lang="en-AE" sz="2400" dirty="0"/>
              <a:t>Module 5: ML Model Training</a:t>
            </a:r>
          </a:p>
          <a:p>
            <a:r>
              <a:rPr lang="en-AE" sz="2400" dirty="0"/>
              <a:t>Module 6: Risk Level Prediction</a:t>
            </a:r>
          </a:p>
          <a:p>
            <a:r>
              <a:rPr lang="en-AE" sz="2400" dirty="0"/>
              <a:t>Hardware:</a:t>
            </a:r>
          </a:p>
          <a:p>
            <a:r>
              <a:rPr lang="en-AE" sz="2400" dirty="0"/>
              <a:t>AMD </a:t>
            </a:r>
            <a:r>
              <a:rPr lang="en-AE" sz="2400" dirty="0" err="1"/>
              <a:t>ryzen</a:t>
            </a:r>
            <a:r>
              <a:rPr lang="en-AE" sz="2400" dirty="0"/>
              <a:t> 7 processor</a:t>
            </a:r>
          </a:p>
          <a:p>
            <a:r>
              <a:rPr lang="en-AE" sz="2400" dirty="0"/>
              <a:t>16 GB RAM</a:t>
            </a:r>
          </a:p>
          <a:p>
            <a:r>
              <a:rPr lang="en-AE" sz="2400" dirty="0"/>
              <a:t>Windows 11</a:t>
            </a:r>
          </a:p>
          <a:p>
            <a:r>
              <a:rPr lang="en-AE" sz="2400" dirty="0"/>
              <a:t>Software:</a:t>
            </a:r>
          </a:p>
          <a:p>
            <a:r>
              <a:rPr lang="en-AE" sz="2400" dirty="0"/>
              <a:t>Python 3.13</a:t>
            </a:r>
          </a:p>
          <a:p>
            <a:r>
              <a:rPr lang="en-AE" sz="2400" dirty="0"/>
              <a:t>Jupyter Notebook</a:t>
            </a:r>
          </a:p>
          <a:p>
            <a:pPr marL="571500" indent="-571500">
              <a:buAutoNum type="romanU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FF564-79B7-2DA4-D1EF-F9A5F2014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09BAEF-CA79-9AEE-3472-847DB9592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2AC1-0C6F-B3B8-EAB0-97CD590A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3DD0A-76B6-2841-9A88-924256320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Environment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3C8B9-0D5B-0FDD-BB5F-E086DAAD3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>
            <a:normAutofit/>
          </a:bodyPr>
          <a:lstStyle/>
          <a:p>
            <a:r>
              <a:rPr lang="en-AE" sz="2400" dirty="0"/>
              <a:t>Code Architecture (flow):</a:t>
            </a:r>
          </a:p>
          <a:p>
            <a:r>
              <a:rPr lang="en-AE" sz="2400" dirty="0"/>
              <a:t>Import Libraries → Load Dataset → </a:t>
            </a:r>
            <a:r>
              <a:rPr lang="en-AE" sz="2400" dirty="0" err="1"/>
              <a:t>Analyze</a:t>
            </a:r>
            <a:r>
              <a:rPr lang="en-AE" sz="2400" dirty="0"/>
              <a:t> Dataset → EDA → Feature Engineering → Data Encoding → Train-Test Split → Train ML Model → Evaluate Model</a:t>
            </a:r>
          </a:p>
          <a:p>
            <a:r>
              <a:rPr lang="en-AE" sz="2400" dirty="0"/>
              <a:t>IDE Used: Jupyter Notebook</a:t>
            </a:r>
          </a:p>
          <a:p>
            <a:r>
              <a:rPr lang="en-AE" sz="2400" dirty="0"/>
              <a:t>Libraries:</a:t>
            </a:r>
          </a:p>
          <a:p>
            <a:r>
              <a:rPr lang="en-AE" sz="2400" dirty="0"/>
              <a:t>Pandas, NumPy, Matplotlib, Seaborn, Scikit-Learn</a:t>
            </a:r>
          </a:p>
          <a:p>
            <a:r>
              <a:rPr lang="en-AE" sz="2400" dirty="0"/>
              <a:t>GitHub Repository:</a:t>
            </a:r>
          </a:p>
          <a:p>
            <a:r>
              <a:rPr lang="en-AE" sz="2400" dirty="0"/>
              <a:t>Will be uploaded after project completion</a:t>
            </a:r>
          </a:p>
          <a:p>
            <a:pPr marL="571500" indent="-571500">
              <a:buAutoNum type="romanU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B69223-F761-F9FB-18A4-5B80FFD6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D3C3A-3EAC-5035-FEF7-0E51CFBBC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42053-A507-8F09-F95C-297A3CC67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579A48-F6D9-C56E-5A9F-CE27BDA41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78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1BBE3-0968-455A-5382-119FEECA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0F11B-5E3A-17F5-50DE-3BB8658E2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1C6B9-ABBE-7000-D77E-58DF88553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>
            <a:normAutofit lnSpcReduction="10000"/>
          </a:bodyPr>
          <a:lstStyle/>
          <a:p>
            <a:r>
              <a:rPr lang="en-AE" sz="2400" dirty="0"/>
              <a:t>Completed:</a:t>
            </a:r>
          </a:p>
          <a:p>
            <a:r>
              <a:rPr lang="en-AE" sz="2400" dirty="0"/>
              <a:t>Dataset Loaded Successfully</a:t>
            </a:r>
          </a:p>
          <a:p>
            <a:r>
              <a:rPr lang="en-AE" sz="2400" dirty="0"/>
              <a:t>Dataset Analysis Done</a:t>
            </a:r>
          </a:p>
          <a:p>
            <a:r>
              <a:rPr lang="en-AE" sz="2400" dirty="0"/>
              <a:t>Missing Value Analysis Done</a:t>
            </a:r>
          </a:p>
          <a:p>
            <a:r>
              <a:rPr lang="en-AE" sz="2400" dirty="0"/>
              <a:t>Duplicate Check Done</a:t>
            </a:r>
          </a:p>
          <a:p>
            <a:r>
              <a:rPr lang="en-AE" sz="2400" dirty="0"/>
              <a:t>Statistical Summary Generated</a:t>
            </a:r>
          </a:p>
          <a:p>
            <a:r>
              <a:rPr lang="en-AE" sz="2400" dirty="0"/>
              <a:t>Correlation Heatmap Plotted</a:t>
            </a:r>
          </a:p>
          <a:p>
            <a:r>
              <a:rPr lang="en-AE" sz="2400" dirty="0"/>
              <a:t>Risk Distribution Graph Plotted</a:t>
            </a:r>
          </a:p>
          <a:p>
            <a:r>
              <a:rPr lang="en-AE" sz="2400" dirty="0"/>
              <a:t>Crime Distribution Graph Plotted</a:t>
            </a:r>
          </a:p>
          <a:p>
            <a:r>
              <a:rPr lang="en-AE" sz="2400" dirty="0"/>
              <a:t>Weather Distribution Graph Plotted</a:t>
            </a:r>
          </a:p>
          <a:p>
            <a:r>
              <a:rPr lang="en-AE" sz="2400" dirty="0"/>
              <a:t>Feature Engineering Done</a:t>
            </a:r>
          </a:p>
          <a:p>
            <a:r>
              <a:rPr lang="en-AE" sz="2400" dirty="0"/>
              <a:t>Train-Test Split Done</a:t>
            </a:r>
          </a:p>
          <a:p>
            <a:pPr marL="571500" indent="-571500">
              <a:buAutoNum type="romanU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799614-61A2-A43F-7067-E5560494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7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57B34-3797-36A2-300B-6DBE01C8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B5DC3-716F-732A-B903-7B3C45B5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37B35E-5BCD-76F5-E2ED-23462FF0AA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FC301F-9473-7186-98FD-A04438ADD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199" y="1136823"/>
            <a:ext cx="2935122" cy="2449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6A9475-0C4F-F25B-443A-9A2038503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331" y="3827591"/>
            <a:ext cx="3627805" cy="234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6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7202E-22EB-3F24-3925-E63816F23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C5A9-C6F0-D2ED-F6D4-7C06CD80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&amp; Future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DAD73-49E1-A8B4-BDE6-2BBC8FF38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308" y="995680"/>
            <a:ext cx="5257800" cy="5181283"/>
          </a:xfrm>
          <a:noFill/>
        </p:spPr>
        <p:txBody>
          <a:bodyPr>
            <a:normAutofit/>
          </a:bodyPr>
          <a:lstStyle/>
          <a:p>
            <a:r>
              <a:rPr lang="en-IN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AE" sz="2400" b="1" dirty="0"/>
          </a:p>
          <a:p>
            <a:r>
              <a:rPr lang="en-AE" sz="2400" b="1" dirty="0"/>
              <a:t>Technical Challenges</a:t>
            </a:r>
          </a:p>
          <a:p>
            <a:r>
              <a:rPr lang="en-AE" sz="2400" dirty="0"/>
              <a:t>Handling multiple categorical variables </a:t>
            </a:r>
          </a:p>
          <a:p>
            <a:r>
              <a:rPr lang="en-AE" sz="2400" dirty="0"/>
              <a:t>Feature encoding </a:t>
            </a:r>
          </a:p>
          <a:p>
            <a:r>
              <a:rPr lang="en-AE" sz="2400" dirty="0"/>
              <a:t>Dataset preprocessing </a:t>
            </a:r>
          </a:p>
          <a:p>
            <a:r>
              <a:rPr lang="en-AE" sz="2400" b="1" dirty="0"/>
              <a:t>Dataset Challenges</a:t>
            </a:r>
          </a:p>
          <a:p>
            <a:r>
              <a:rPr lang="en-AE" sz="2400" dirty="0"/>
              <a:t>Creating a realistic dataset </a:t>
            </a:r>
          </a:p>
          <a:p>
            <a:r>
              <a:rPr lang="en-AE" sz="2400" dirty="0"/>
              <a:t>Balancing risk categories </a:t>
            </a:r>
          </a:p>
          <a:p>
            <a:r>
              <a:rPr lang="en-AE" sz="2400" b="1" dirty="0"/>
              <a:t>Implementation Challenges</a:t>
            </a:r>
          </a:p>
          <a:p>
            <a:r>
              <a:rPr lang="en-AE" sz="2400" dirty="0"/>
              <a:t>Selecting the most accurate ML model </a:t>
            </a:r>
          </a:p>
          <a:p>
            <a:r>
              <a:rPr lang="en-AE" sz="2400" dirty="0"/>
              <a:t>Improving prediction accuracy </a:t>
            </a:r>
          </a:p>
          <a:p>
            <a:pPr marL="0" indent="0">
              <a:buNone/>
            </a:pPr>
            <a:endParaRPr lang="en-IN" sz="2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81CBE5-4484-E08A-E24B-4981F700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8</a:t>
            </a:fld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B83754-DDEA-2B3C-F597-47D8E58A6753}"/>
              </a:ext>
            </a:extLst>
          </p:cNvPr>
          <p:cNvSpPr txBox="1">
            <a:spLocks/>
          </p:cNvSpPr>
          <p:nvPr/>
        </p:nvSpPr>
        <p:spPr>
          <a:xfrm>
            <a:off x="5981700" y="995679"/>
            <a:ext cx="5257800" cy="518128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sz="2400" b="1" u="sng" dirty="0"/>
              <a:t>Next Plan</a:t>
            </a:r>
          </a:p>
          <a:p>
            <a:r>
              <a:rPr lang="en-AE" sz="2400" dirty="0"/>
              <a:t>Complete Decision Tree Training </a:t>
            </a:r>
          </a:p>
          <a:p>
            <a:r>
              <a:rPr lang="en-AE" sz="2400" dirty="0"/>
              <a:t>Train Random Forest Model </a:t>
            </a:r>
          </a:p>
          <a:p>
            <a:r>
              <a:rPr lang="en-AE" sz="2400" dirty="0"/>
              <a:t>Compare Different Models </a:t>
            </a:r>
          </a:p>
          <a:p>
            <a:r>
              <a:rPr lang="en-AE" sz="2400" dirty="0"/>
              <a:t>Evaluate Performance </a:t>
            </a:r>
          </a:p>
          <a:p>
            <a:r>
              <a:rPr lang="en-AE" sz="2400" dirty="0"/>
              <a:t>Test New Predictions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62F9D38-E44C-A95E-90BD-7D1E16AE7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D55492-6EBF-65F3-4F33-CAEA0DE94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236BB2-C7E7-1888-F534-A1645CD0CE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56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9</a:t>
            </a:fld>
            <a:endParaRPr lang="en-IN" dirty="0"/>
          </a:p>
        </p:txBody>
      </p:sp>
      <p:pic>
        <p:nvPicPr>
          <p:cNvPr id="12" name="Picture 11" descr="445 Handshake Thank You Stock Vectors and Vector Art | Shutterstock">
            <a:extLst>
              <a:ext uri="{FF2B5EF4-FFF2-40B4-BE49-F238E27FC236}">
                <a16:creationId xmlns:a16="http://schemas.microsoft.com/office/drawing/2014/main" id="{0744CD32-84C7-7BD3-01FF-8F00C01B58F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275" t="58286" r="27620" b="14678"/>
          <a:stretch>
            <a:fillRect/>
          </a:stretch>
        </p:blipFill>
        <p:spPr>
          <a:xfrm>
            <a:off x="3814664" y="4155896"/>
            <a:ext cx="4562670" cy="14391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4" y="5477052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N.Venkatesan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Neethivendhan.T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D89810-5C91-2F79-7E8D-214F321D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610</Words>
  <Application>Microsoft Office PowerPoint</Application>
  <PresentationFormat>Widescreen</PresentationFormat>
  <Paragraphs>117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CS5403 – Machine Learning PBL Project Review–II</vt:lpstr>
      <vt:lpstr> Project Progress Overview</vt:lpstr>
      <vt:lpstr> Data Collection &amp; Analysis</vt:lpstr>
      <vt:lpstr> Methodology &amp; Design</vt:lpstr>
      <vt:lpstr> System Architecture &amp; Module Design </vt:lpstr>
      <vt:lpstr> Implementation Environment </vt:lpstr>
      <vt:lpstr> Implementation Progress</vt:lpstr>
      <vt:lpstr>Current Challenges &amp; Future Direction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Venkatesan Neelakandan</cp:lastModifiedBy>
  <cp:revision>17</cp:revision>
  <dcterms:created xsi:type="dcterms:W3CDTF">2025-03-10T15:11:33Z</dcterms:created>
  <dcterms:modified xsi:type="dcterms:W3CDTF">2026-07-22T10:50:43Z</dcterms:modified>
</cp:coreProperties>
</file>